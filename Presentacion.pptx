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DATA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Medallion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Snowflake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 NY + Jersey City  ×  NOAA GHCN-Daily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Snapshot SCD2 + Cortex ML.FORECAST  →  Power BI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Lizaran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1887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2C3E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6916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2C3E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1.12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219456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2C3E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269748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2C3E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320040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2C3E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disponibles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Bike (NY + Jersey City)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abiertos desde 2024 — ~100M filas. Bronze trae basura: ride_ids duplicados, coords corruptas, stations demo en LA.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GHCN-Daily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meteo de todas las stations US. 8 elementos: TMAX, TMIN, PRCP, SNOW, SNWD, AWND, WSF2, WSF5. NOAA reescribe anios cuando publica correcciones.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280160"/>
            <a:ext cx="73152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 responder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usa mas?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mes, dia de semana, estacion del anio.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bici y usuario domina?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vs electric, member vs casual.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el clima?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precipitacion, nieve.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Cuantas correcciones publica NOAA?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SCD2 por station/anio.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30 dias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Cortex ML sobre series temporales.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+ Streams + Tasks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Almacenamiento, COPY INTO desde S3 publico, orquestacion bronze con DAG de tasks.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76272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1.12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+ Tests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staging/silver/gold, snapshot SCD2 NOAA, contracts, unit + singular tests.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95344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95344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05072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Ingestor incremental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05072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extract_jc_to_stage.py: descarga zips Citi Bike y PUT al stage interno (NY 202604+, JC siempre).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14416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14416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24144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nativo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SNOWFLAKE.ML.FORECAST sobre fct_trips_daily — 30 dias x 8 series (city x bike x user).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33488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43216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final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43216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sobre schemas Gold. Estos modelos son la "API" hacia BI con contracts enforcados.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BRONZE · SILVER · GOLD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medallion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{ENV}_CITYBIKE_BRONZE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CITYBIKE_TRIPS_NY (raw)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CITYBIKE_TRIPS_JC (raw)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NOAA_RAW_YEAR (raw)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VARCHAR. COPY INTO desde S3 + stages internos. Streams + Tasks dia 28 cron NY.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0604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{ENV}_CITYBIKE_SILVER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stg_CityBike, stg_NOAA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snp_NOAA__noaa_raw_year (SCD2)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slv_trip, slv_station, slv_weather_*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slv_city, slv_quality_flag (lookups)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+ clean + dedupe en stg. Enrichment + FKs surrogate en slv.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60604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{ENV}_CITYBIKE_GOLD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dim_fecha, dim_city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MOBILITY: fct_trips*, dim_*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CLIMA: fct_weather_*, dim_*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fct_trips_weather, IA forecast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gold como table. Contracts enforcados. Power BI consume aqui.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63240" y="2697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97880" y="2697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SNOWFLAKE STREAMS + TASKS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ingesta orquestada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0" y="1417320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de tasks (cron dia 28, 03:00 NY)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8745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TSK_BRONZE_MASTER  (root unico CRON)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TSK_BRONZE_CITYBIKE_NY  (S3 publico 2024-202603)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TSK_BRONZE_NY_INT_REFRESH  →  ONFILES  →  DRAIN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TSK_BRONZE_JC_REFRESH  →  ONFILES  →  DRAIN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▼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TSK_BRONZE_NOAA  (WHEN stream NY OR JC tiene datos)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▼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TSK_BRONZE_CITYBIKE_STREAMS_DRAIN  (cierre cycle)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general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 NY S3 publico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(2024-202603, datos cerrados).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 NY 202604+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stage interno (Python PUT — bucket publico corrupto).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 JC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via stage interno.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citybike + WHEN streams. Cierra con drain de streams para el proximo cycle.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con load metadata, ON_ERROR=CONTINUE, snapshot SCD2 dedup, MERGE incremental aguas abajo.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HISTORICO DE CORRECCIONES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SCD2 NOAA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reescribe anios completos cuando publica correcciones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q_flag o data_value cambian sin previo aviso.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check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check_cols = [data_value, q_flag_category]. Solo estos campos disparan nueva version.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scd_key compuesto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station_id || observation_date || element. Una scd_key puede tener N versiones.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Exposicion para BI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fct_noaa_corrections (gold) muestra todas las versiones con flags is_current / is_superseded.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1417320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SCD2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9659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ingesta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dbt_valid_from = now, dbt_valid_to = NULL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880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publica correccion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fila vieja: dbt_valid_to = now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fila nueva: dbt_valid_from = now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7947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3749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versiones por scd_key. Solo una con dbt_valid_to NULL.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 vs is_superseded en gold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SEPARACION DE 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limpieza y enrichment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406908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 · trust boundary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cast + clean + dedupe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 tipos correctos (timestamps, decimal coords).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NY + JC en stg_CityBike.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rideable ∈ (classic, electric), member_casual ∈ (member, casual), station_id valido.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NY/NJ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∈ [40.4, 41], lng ∈ [-75, -73] — descarta stations demo (LA).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MERGE por ride_id, ventana load_ts &gt; max.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417320"/>
            <a:ext cx="40690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417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 · business logic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+ FKs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slv_trip: datediff trip_duration_min + ST_DISTANCE con coords canonicas via JOIN a slv_station.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distance_in_km = NULL si round-trip o &gt; 500 km (outlier).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 MD5 a dims (city, bike, user).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 normalizados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slv_quality_flag (q_flag → categoria) + slv_weather_element. Antes inline en el snapshot.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slv_station canonico (row_number sobre frecuencia + last_seen).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SCHEMA-PER-DOMAIN PARA OWNERSHIP + PERMISOS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4 dominios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compartidos por &gt; 1 dominio.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417320"/>
            <a:ext cx="201168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 (table, incr.+cluster)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fct_trips_daily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dim_rideable_bike, dim_station, dim_user_type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lado CityBike. ~100M filas.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417320"/>
            <a:ext cx="201168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fct_weather_daily (incr.)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fct_noaa_corrections (table + cluster)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dim_station_weather, dim_weather_element, dim_quality_flag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lado NOAA + SCD2 historia.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fct_trips_weather (cross-dominio)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fct_forecast_trips (Cortex ML)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rep_top_forecast_trips_monthly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MOBILITY × CLIMA + capa IA.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CONTRACTS + TESTS EN TODAS LAS CAPAS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+ constraints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tabla gold + slv_trip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contract: { enforced: true }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PK / NOT NULL a nivel tabla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enforce NOT NULL;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informativos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genericos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tests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not_null en PKs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accepted_values en categoricos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en FKs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dbt_utils.expression_is_true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capa que ESTABLECE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singulares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0060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no_silent_drop ride_ids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partial_month_detection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bronze vs silver count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weather_station count_match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bronze_silver_count_diff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 distance NULL logic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(round trip + outlier)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fct_weather_daily category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escenarios rainy/snowy/...)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Snowflake — mocks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FORECAST 30 DIAS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ML.FORECAST con Snowflake Cortex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1627632" cy="274320"/>
          </a:xfrm>
          <a:prstGeom prst="rect">
            <a:avLst/>
          </a:prstGeom>
          <a:solidFill>
            <a:srgbClr val="2C3E7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fct_trips_daily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series_key = city|bike|user → 8 series. n_trips por dia.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76272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76272" y="1554480"/>
            <a:ext cx="1627632" cy="274320"/>
          </a:xfrm>
          <a:prstGeom prst="rect">
            <a:avLst/>
          </a:prstGeom>
          <a:solidFill>
            <a:srgbClr val="2C3E73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67712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IA_PREP_DATA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67712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outliers (duration, distance), formatea timestamp.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95344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95344" y="1554480"/>
            <a:ext cx="162763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86784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SNOWFLAKE.ML.FORECAST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86784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Cortex sobre 10 series top + CALL forecast 30 dias.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14416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14416" y="1554480"/>
            <a:ext cx="1627632" cy="274320"/>
          </a:xfrm>
          <a:prstGeom prst="rect">
            <a:avLst/>
          </a:prstGeom>
          <a:solidFill>
            <a:srgbClr val="2C3E73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05856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PRONOSTICO_FINAL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05856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fisica con SERIES/TS/FORECAST/LOWER/UPPER.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33488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1554480"/>
            <a:ext cx="1627632" cy="274320"/>
          </a:xfrm>
          <a:prstGeom prst="rect">
            <a:avLst/>
          </a:prstGeom>
          <a:solidFill>
            <a:srgbClr val="2C3E73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24928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fct_forecast_trips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24928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model: denormaliza vs dim_city/bike/user/fecha.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39112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58184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77256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96328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320040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200400"/>
            <a:ext cx="73152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rep_top_forecast_trips_monthly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 ANALYTICS: row_number() over (partition by city, nombre_mes order by predicted_n_trips desc) = 1.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dia pico esperado del mes, por ciudad, listo para visual "best day to expect peak demand" en Power BI.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Re-entrenamiento: tras --full-refresh significativo, volver a correr Forecast.sql + dbt run.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AISLAMIENTO DE ENTORNOS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DEV vs PRO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406908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 (sandbox personal)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DEV_CITYBIKE_*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Warehouse: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WH_NYCBIKE_DEV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prefix: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dbt_&lt;usuario&gt;_&lt;custom&gt;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DEV_CITYBIKE_GOLD.DBT_RLIZARAN_MOBILITY.FCT_TRIPS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dev tiene su sandbox sin pisar a los demas.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417320"/>
            <a:ext cx="40690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417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(entorno de produccion)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0116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PRO_CITYBIKE_*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Warehouse: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WH_NYCBIKE_PRO (separado para atribucion costes)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(sin prefijo)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PRO_CITYBIKE_GOLD.MOBILITY.FCT_TRIPS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consume Power BI + ML.FORECAST.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CONSUMO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Dashboards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visual Power BI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Total trips por mes / dia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visual Power BI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· classic vs electric / member vs casual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visual Power BI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 · clima vs n_trips (scatter)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75488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visual Power BI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· prediccion 30 dias por serie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cada bloque con captura del visual de Power BI durante la presentacion.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construyo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medallion completo Bronze → Silver → Gold con dbt + Snowflake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SCD2 para captura de correcciones NOAA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dividida en 4 dominios (CORE / MOBILITY / CLIMA / ANALYTICS)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datos: contracts + unit tests + singular tests + source freshness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ML.FORECAST integrado como modelo dbt downstream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Lizaran  ·  rlizaran97@gmail.com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+ dbt Pipeline — CityBike + NOAA</dc:title>
  <dc:subject>PptxGenJS Presentation</dc:subject>
  <dc:creator>Rodrigo Lizaran</dc:creator>
  <cp:lastModifiedBy>Rodrigo Lizaran</cp:lastModifiedBy>
  <cp:revision>1</cp:revision>
  <dcterms:created xsi:type="dcterms:W3CDTF">2026-05-19T07:41:25Z</dcterms:created>
  <dcterms:modified xsi:type="dcterms:W3CDTF">2026-05-19T07:41:25Z</dcterms:modified>
</cp:coreProperties>
</file>